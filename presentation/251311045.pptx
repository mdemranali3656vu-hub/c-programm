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99" autoAdjust="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1498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95367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46123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85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0910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6830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55349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159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44794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34845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20821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68791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580868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17502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382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07961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221576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8893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068552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  <p:sldLayoutId id="2147483694" r:id="rId17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5990" y="1452657"/>
            <a:ext cx="10280743" cy="1007261"/>
          </a:xfrm>
        </p:spPr>
        <p:txBody>
          <a:bodyPr/>
          <a:lstStyle/>
          <a:p>
            <a:r>
              <a:rPr lang="en-US" sz="5400" dirty="0"/>
              <a:t>Basics of  </a:t>
            </a:r>
            <a:r>
              <a:rPr sz="5400" dirty="0"/>
              <a:t>Proposition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DCF78E43-0A92-064A-53FC-93EAD381B0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17281" y="1956288"/>
            <a:ext cx="5826719" cy="1096899"/>
          </a:xfrm>
        </p:spPr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36C6695-09EF-4024-C27A-0328C508BBCB}"/>
              </a:ext>
            </a:extLst>
          </p:cNvPr>
          <p:cNvSpPr txBox="1"/>
          <p:nvPr/>
        </p:nvSpPr>
        <p:spPr>
          <a:xfrm>
            <a:off x="233266" y="4115331"/>
            <a:ext cx="9778481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n w="0"/>
                <a:solidFill>
                  <a:schemeClr val="tx1">
                    <a:lumMod val="50000"/>
                    <a:lumOff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Bahnschrift Light" panose="020B0502040204020203" pitchFamily="34" charset="0"/>
              </a:rPr>
              <a:t>Name: </a:t>
            </a:r>
            <a:r>
              <a:rPr lang="en-US" sz="2000" dirty="0" err="1">
                <a:ln w="0"/>
                <a:solidFill>
                  <a:schemeClr val="tx1">
                    <a:lumMod val="50000"/>
                    <a:lumOff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Bahnschrift Light" panose="020B0502040204020203" pitchFamily="34" charset="0"/>
              </a:rPr>
              <a:t>Jubayed</a:t>
            </a:r>
            <a:r>
              <a:rPr lang="en-US" sz="2000" dirty="0">
                <a:ln w="0"/>
                <a:solidFill>
                  <a:schemeClr val="tx1">
                    <a:lumMod val="50000"/>
                    <a:lumOff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Bahnschrift Light" panose="020B0502040204020203" pitchFamily="34" charset="0"/>
              </a:rPr>
              <a:t> </a:t>
            </a:r>
            <a:r>
              <a:rPr lang="en-US" sz="2000" dirty="0" err="1">
                <a:ln w="0"/>
                <a:solidFill>
                  <a:schemeClr val="tx1">
                    <a:lumMod val="50000"/>
                    <a:lumOff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Bahnschrift Light" panose="020B0502040204020203" pitchFamily="34" charset="0"/>
              </a:rPr>
              <a:t>Hossen</a:t>
            </a:r>
            <a:endParaRPr lang="en-US" sz="2000" dirty="0">
              <a:ln w="0"/>
              <a:solidFill>
                <a:schemeClr val="tx1">
                  <a:lumMod val="50000"/>
                  <a:lumOff val="5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Bahnschrift Light" panose="020B0502040204020203" pitchFamily="34" charset="0"/>
            </a:endParaRPr>
          </a:p>
          <a:p>
            <a:r>
              <a:rPr lang="en-US" sz="2000" dirty="0">
                <a:ln w="0"/>
                <a:solidFill>
                  <a:schemeClr val="tx1">
                    <a:lumMod val="50000"/>
                    <a:lumOff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Bahnschrift Light" panose="020B0502040204020203" pitchFamily="34" charset="0"/>
              </a:rPr>
              <a:t>ID: 251311045 </a:t>
            </a:r>
          </a:p>
          <a:p>
            <a:r>
              <a:rPr lang="en-US" sz="2000" dirty="0">
                <a:ln w="0"/>
                <a:solidFill>
                  <a:schemeClr val="tx1">
                    <a:lumMod val="50000"/>
                    <a:lumOff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Bahnschrift Light" panose="020B0502040204020203" pitchFamily="34" charset="0"/>
              </a:rPr>
              <a:t>Section : A </a:t>
            </a:r>
          </a:p>
          <a:p>
            <a:r>
              <a:rPr lang="en-US" sz="2000" dirty="0">
                <a:ln w="0"/>
                <a:solidFill>
                  <a:schemeClr val="tx1">
                    <a:lumMod val="50000"/>
                    <a:lumOff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Bahnschrift Light" panose="020B0502040204020203" pitchFamily="34" charset="0"/>
              </a:rPr>
              <a:t>Course: CSE 1203</a:t>
            </a:r>
          </a:p>
          <a:p>
            <a:endParaRPr lang="en-US" sz="20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127"/>
    </mc:Choice>
    <mc:Fallback xmlns="">
      <p:transition spd="slow" advTm="9127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575" y="1808669"/>
            <a:ext cx="6347713" cy="1320800"/>
          </a:xfrm>
        </p:spPr>
        <p:txBody>
          <a:bodyPr>
            <a:noAutofit/>
          </a:bodyPr>
          <a:lstStyle/>
          <a:p>
            <a:r>
              <a:rPr sz="2800" dirty="0"/>
              <a:t>A proposition is a declarative statement that can only be true or false, but not both.</a:t>
            </a:r>
          </a:p>
          <a:p>
            <a:endParaRPr sz="2800" dirty="0"/>
          </a:p>
          <a:p>
            <a:r>
              <a:rPr sz="2800" dirty="0"/>
              <a:t>Examples:</a:t>
            </a:r>
          </a:p>
          <a:p>
            <a:r>
              <a:rPr sz="2800" dirty="0"/>
              <a:t>(</a:t>
            </a:r>
            <a:r>
              <a:rPr sz="2800" dirty="0" err="1"/>
              <a:t>i</a:t>
            </a:r>
            <a:r>
              <a:rPr sz="2800" dirty="0"/>
              <a:t>) The Earth orbits the Sun. → True</a:t>
            </a:r>
          </a:p>
          <a:p>
            <a:r>
              <a:rPr sz="2800" dirty="0"/>
              <a:t>(ii) 10 is greater than 20. → False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1779640"/>
            <a:ext cx="1872344" cy="338409"/>
          </a:xfrm>
        </p:spPr>
        <p:txBody>
          <a:bodyPr>
            <a:normAutofit fontScale="55000" lnSpcReduction="2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dirty="0"/>
              <a:t> </a:t>
            </a:r>
            <a:endParaRPr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34640F-70E0-3C98-669E-65F59027E79C}"/>
              </a:ext>
            </a:extLst>
          </p:cNvPr>
          <p:cNvSpPr txBox="1"/>
          <p:nvPr/>
        </p:nvSpPr>
        <p:spPr>
          <a:xfrm>
            <a:off x="1371600" y="494522"/>
            <a:ext cx="84255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What is a Proposition?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7688"/>
    </mc:Choice>
    <mc:Fallback xmlns="">
      <p:transition spd="slow" advTm="17688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4587" y="339780"/>
            <a:ext cx="7055380" cy="1400530"/>
          </a:xfrm>
        </p:spPr>
        <p:txBody>
          <a:bodyPr/>
          <a:lstStyle/>
          <a:p>
            <a:r>
              <a:rPr lang="en-US" dirty="0"/>
              <a:t>What is </a:t>
            </a:r>
            <a:r>
              <a:rPr dirty="0"/>
              <a:t>Contradiction</a:t>
            </a:r>
            <a:r>
              <a:rPr lang="en-US" dirty="0"/>
              <a:t>?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1889600"/>
            <a:ext cx="6347714" cy="430105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A </a:t>
            </a:r>
            <a:r>
              <a:rPr lang="en-US" sz="2400" b="1" dirty="0"/>
              <a:t>contradiction</a:t>
            </a:r>
            <a:r>
              <a:rPr lang="en-US" sz="2400" dirty="0"/>
              <a:t> is a proposition that is </a:t>
            </a:r>
            <a:r>
              <a:rPr lang="en-US" sz="2400" b="1" dirty="0"/>
              <a:t>always false</a:t>
            </a:r>
            <a:r>
              <a:rPr lang="en-US" sz="2400" dirty="0"/>
              <a:t>, no matter what.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b="1" dirty="0"/>
              <a:t>Example:</a:t>
            </a:r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It is daytime </a:t>
            </a:r>
            <a:r>
              <a:rPr lang="en-US" b="1" dirty="0"/>
              <a:t>and</a:t>
            </a:r>
            <a:r>
              <a:rPr lang="en-US" dirty="0"/>
              <a:t> it is not daytime. → False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4600"/>
    </mc:Choice>
    <mc:Fallback xmlns="">
      <p:transition spd="slow" advTm="1460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4913" y="2163148"/>
            <a:ext cx="6347713" cy="1320800"/>
          </a:xfrm>
        </p:spPr>
        <p:txBody>
          <a:bodyPr>
            <a:noAutofit/>
          </a:bodyPr>
          <a:lstStyle/>
          <a:p>
            <a:r>
              <a:rPr sz="2400" dirty="0"/>
              <a:t>A biconditional means 'if and only if'.</a:t>
            </a:r>
          </a:p>
          <a:p>
            <a:r>
              <a:rPr sz="2400" dirty="0"/>
              <a:t>It is true only when both parts have the same truth value (both true or both false).</a:t>
            </a:r>
          </a:p>
          <a:p>
            <a:endParaRPr sz="2400" dirty="0"/>
          </a:p>
          <a:p>
            <a:r>
              <a:rPr sz="2400" dirty="0"/>
              <a:t>Example:</a:t>
            </a:r>
          </a:p>
          <a:p>
            <a:r>
              <a:rPr sz="2400" dirty="0"/>
              <a:t>A shape is a square if and only if it has four equal sides and four right angles.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1691149"/>
            <a:ext cx="1200540" cy="239252"/>
          </a:xfrm>
        </p:spPr>
        <p:txBody>
          <a:bodyPr>
            <a:normAutofit fontScale="32500" lnSpcReduction="2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dirty="0"/>
              <a:t> </a:t>
            </a:r>
            <a:endParaRPr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EB3F6F-404F-59A8-5687-AF3087895970}"/>
              </a:ext>
            </a:extLst>
          </p:cNvPr>
          <p:cNvSpPr txBox="1"/>
          <p:nvPr/>
        </p:nvSpPr>
        <p:spPr>
          <a:xfrm>
            <a:off x="1223476" y="373225"/>
            <a:ext cx="706327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Biconditional Proposition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7871"/>
    </mc:Choice>
    <mc:Fallback xmlns="">
      <p:transition spd="slow" advTm="1787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2236" y="2046514"/>
            <a:ext cx="6347713" cy="914400"/>
          </a:xfrm>
        </p:spPr>
        <p:txBody>
          <a:bodyPr>
            <a:noAutofit/>
          </a:bodyPr>
          <a:lstStyle/>
          <a:p>
            <a:r>
              <a:rPr sz="2400" dirty="0"/>
              <a:t>1. Simple Proposition – A statement with a single idea.</a:t>
            </a:r>
          </a:p>
          <a:p>
            <a:r>
              <a:rPr sz="2400" dirty="0"/>
              <a:t>   • Example: The lights are on.</a:t>
            </a:r>
          </a:p>
          <a:p>
            <a:endParaRPr sz="2400" dirty="0"/>
          </a:p>
          <a:p>
            <a:r>
              <a:rPr sz="2400" dirty="0"/>
              <a:t>2. Compound Proposition – A statement formed by connecting two or more ideas.</a:t>
            </a:r>
          </a:p>
          <a:p>
            <a:r>
              <a:rPr sz="2400" dirty="0"/>
              <a:t>   • Example: The lights are on AND the fan is running.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06341" y="760093"/>
            <a:ext cx="1741715" cy="480878"/>
          </a:xfrm>
        </p:spPr>
        <p:txBody>
          <a:bodyPr>
            <a:normAutofit/>
          </a:bodyPr>
          <a:lstStyle/>
          <a:p>
            <a:r>
              <a:rPr lang="en-US" sz="2400" dirty="0"/>
              <a:t> </a:t>
            </a:r>
            <a:endParaRPr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9E07806-6663-F5E0-A1C8-14AD5A5FEA41}"/>
              </a:ext>
            </a:extLst>
          </p:cNvPr>
          <p:cNvSpPr txBox="1"/>
          <p:nvPr/>
        </p:nvSpPr>
        <p:spPr>
          <a:xfrm>
            <a:off x="2211355" y="436927"/>
            <a:ext cx="64941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Types of Propositions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55"/>
    </mc:Choice>
    <mc:Fallback xmlns="">
      <p:transition spd="slow" advTm="20055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5192" y="1423473"/>
            <a:ext cx="7055380" cy="1400530"/>
          </a:xfrm>
        </p:spPr>
        <p:txBody>
          <a:bodyPr>
            <a:noAutofit/>
          </a:bodyPr>
          <a:lstStyle/>
          <a:p>
            <a:endParaRPr sz="2800" dirty="0"/>
          </a:p>
          <a:p>
            <a:r>
              <a:rPr sz="2800" dirty="0"/>
              <a:t>Proposition = A statement that can be true or false.</a:t>
            </a:r>
          </a:p>
          <a:p>
            <a:r>
              <a:rPr sz="2800" dirty="0"/>
              <a:t>Contradiction = Always false.</a:t>
            </a:r>
          </a:p>
          <a:p>
            <a:r>
              <a:rPr sz="2800" dirty="0"/>
              <a:t>Biconditional = True when both sides are the same.</a:t>
            </a:r>
          </a:p>
          <a:p>
            <a:r>
              <a:rPr sz="2800" dirty="0"/>
              <a:t>Types = Simple &amp; Compound.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75509" y="1423473"/>
            <a:ext cx="883299" cy="395998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50000"/>
              </a:lnSpc>
            </a:pPr>
            <a:r>
              <a:rPr lang="en-US" sz="2400" dirty="0"/>
              <a:t> </a:t>
            </a:r>
            <a:endParaRPr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0F7D9D-3E74-F2EE-3C2D-69FB717DFC49}"/>
              </a:ext>
            </a:extLst>
          </p:cNvPr>
          <p:cNvSpPr txBox="1"/>
          <p:nvPr/>
        </p:nvSpPr>
        <p:spPr>
          <a:xfrm>
            <a:off x="2354639" y="355800"/>
            <a:ext cx="724952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/>
              <a:t>Conclusion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027"/>
    </mc:Choice>
    <mc:Fallback xmlns="">
      <p:transition spd="slow" advTm="16027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70CE80E-471D-6E3D-163C-03C487A6F778}"/>
              </a:ext>
            </a:extLst>
          </p:cNvPr>
          <p:cNvSpPr txBox="1"/>
          <p:nvPr/>
        </p:nvSpPr>
        <p:spPr>
          <a:xfrm flipH="1">
            <a:off x="1324077" y="1599407"/>
            <a:ext cx="5513253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Thanks for your time</a:t>
            </a:r>
          </a:p>
        </p:txBody>
      </p:sp>
    </p:spTree>
    <p:extLst>
      <p:ext uri="{BB962C8B-B14F-4D97-AF65-F5344CB8AC3E}">
        <p14:creationId xmlns:p14="http://schemas.microsoft.com/office/powerpoint/2010/main" val="7417197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341"/>
    </mc:Choice>
    <mc:Fallback xmlns="">
      <p:transition spd="slow" advTm="3341"/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8422</TotalTime>
  <Words>240</Words>
  <Application>Microsoft Office PowerPoint</Application>
  <PresentationFormat>On-screen Show (4:3)</PresentationFormat>
  <Paragraphs>40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Bahnschrift Light</vt:lpstr>
      <vt:lpstr>Century Gothic</vt:lpstr>
      <vt:lpstr>Wingdings 3</vt:lpstr>
      <vt:lpstr>Ion</vt:lpstr>
      <vt:lpstr>Basics of  Proposition</vt:lpstr>
      <vt:lpstr>A proposition is a declarative statement that can only be true or false, but not both.  Examples: (i) The Earth orbits the Sun. → True (ii) 10 is greater than 20. → False</vt:lpstr>
      <vt:lpstr>What is Contradiction?</vt:lpstr>
      <vt:lpstr>A biconditional means 'if and only if'. It is true only when both parts have the same truth value (both true or both false).  Example: A shape is a square if and only if it has four equal sides and four right angles.</vt:lpstr>
      <vt:lpstr>1. Simple Proposition – A statement with a single idea.    • Example: The lights are on.  2. Compound Proposition – A statement formed by connecting two or more ideas.    • Example: The lights are on AND the fan is running.</vt:lpstr>
      <vt:lpstr> Proposition = A statement that can be true or false. Contradiction = Always false. Biconditional = True when both sides are the same. Types = Simple &amp; Compound.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Propositions in Discrete Mathematics</dc:title>
  <dc:subject/>
  <dc:creator>hp</dc:creator>
  <cp:keywords/>
  <dc:description>generated using python-pptx</dc:description>
  <cp:lastModifiedBy>SHOHAG RANA</cp:lastModifiedBy>
  <cp:revision>8</cp:revision>
  <dcterms:created xsi:type="dcterms:W3CDTF">2013-01-27T09:14:16Z</dcterms:created>
  <dcterms:modified xsi:type="dcterms:W3CDTF">2025-11-20T17:26:19Z</dcterms:modified>
  <cp:category/>
</cp:coreProperties>
</file>