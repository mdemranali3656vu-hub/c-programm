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14" r:id="rId2"/>
    <p:sldMasterId id="2147483726" r:id="rId3"/>
  </p:sld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E4DC04-CB64-428E-BBCC-CA5BE8DC2A50}">
          <p14:sldIdLst>
            <p14:sldId id="256"/>
          </p14:sldIdLst>
        </p14:section>
        <p14:section name="Untitled Section" id="{0E305DD6-1025-4124-9270-E5E4C5EFD8FD}">
          <p14:sldIdLst>
            <p14:sldId id="257"/>
            <p14:sldId id="258"/>
            <p14:sldId id="259"/>
            <p14:sldId id="260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. Arif Hoshen" initials="MAH" lastIdx="1" clrIdx="0">
    <p:extLst>
      <p:ext uri="{19B8F6BF-5375-455C-9EA6-DF929625EA0E}">
        <p15:presenceInfo xmlns:p15="http://schemas.microsoft.com/office/powerpoint/2012/main" userId="7faa02672fbc5c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48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8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64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44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02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2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818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929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49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03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61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508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07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FCDB-2F35-4562-BEC8-5CA1E95CF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0F2B-7C28-4CF2-8ABD-F4353D791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1D311-B7D8-417A-B622-90C8D77E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6539-78F1-4005-9C36-A30833E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21F34-DB8D-4390-918C-6855A3C6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FE79-403F-4210-9DE4-28B41C4B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CCA0-B2BD-4287-B681-53160CBF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7D0A2-7CC8-4A9D-9E8B-EBCBDC4D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64B6A-A89B-4CB5-95B4-319F14A9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BD0F-D3AA-42F7-8325-28A0017D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58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BC37-C0C9-415F-BB62-D3130C7D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A7F8-81FA-4EA3-9B60-0B86419E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09173-2206-4D4C-86F7-6A079827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A8455-1AC0-49DA-BD37-F08456EE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596A-1C27-4ACF-ABF0-977794A4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63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1077-0237-4458-B9BA-56AC4FB7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E789-53ED-489F-BF03-22C9653AF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8E3AE-FD5F-482E-A776-7D662D614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676D9-D7A7-4696-8DAF-15048FB7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EA973-3F59-4404-9A86-A45E19BB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9824E-3C02-4B82-A103-96DFE198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4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A727-7951-41B7-8B59-D977AD42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7CA58-0513-4014-9A55-5BBEFA342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F9971-BE51-4543-8E3D-266D8CE92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CC724-0C85-4DB2-A48D-00983BDE6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13C1AF-90C2-4F98-9131-A384DF842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38162-9676-4979-985D-9F689D12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2F729-7548-4C73-8C3E-EB9BBDE0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4BA39C-CE6D-4F8F-8862-A23D07E0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59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5159-00E4-4407-A07A-4E31B3F7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9D443-5B59-4E98-B76E-E300C183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D864A-DD55-4608-B4B2-DEE6728C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9B4F7-F7DD-4C32-86CD-EEC67F09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659B1-C276-4280-93B9-00FBDA98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C924F-D9FE-4FB8-B985-0CB70EB1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0A696-160F-4C7A-830E-AB00D592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52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BE16-757E-4E6D-A070-9E76039D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2DABE-D35B-4F9E-AA75-D0BCC28E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F8ADC-38C1-4BD1-8DDE-F15AF05A7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7CDC0-3E23-4EB3-BAD6-4EA4B4C0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0B43C-928D-4F8B-8049-A15D416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E60E-ED75-4C4B-AB96-EC97311E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93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6085-EE12-45C5-A74D-2A92EAEE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F0143-04DA-48D2-9322-7A89C526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656F-E244-4DD1-9D96-203C4BEDD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84C92-C0F7-40E7-AC43-A5FE88EF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634A-129D-4DC1-9544-D856F846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41D6-3037-4660-B2AA-08BFA864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8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6916-38C2-4A57-A49A-6EFD1A01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BD42C-E882-4E3E-B879-44EB66EF6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48BB-968E-4402-9CC4-25A194C2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004EA-A18F-4B6C-9523-8CC24255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74208-18D1-49A1-B6E6-5D1A2044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56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073CF-7EF8-41FE-9A9D-186305A10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A5FE3-1992-4D25-B97D-564CDB83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7228-5210-47F0-AE37-232496F1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9434A-3DDD-4ED7-8715-F0904E9C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2E2D-49BF-4D6B-93B8-EFAE5CD5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6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05140-B957-479F-B340-7D591A47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17AA-1061-4023-9087-FF73FE789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CF69B-547A-4D4C-8FF4-5408BCFB0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4AE3-DAF9-4B8F-A279-776A49BFD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359A-CE74-4E4A-AEBF-BFA3EFCDF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1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765B2-D3F2-481C-B8CD-14135B23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42ED1-2D95-41C0-BDB1-8674A41AF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81BE-D265-4928-AE4B-85B3747BB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2BF0-C158-4BBF-AE0D-12C01AF63DD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806E-E63D-4BA6-B613-A48D930F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AE5B5-7982-4C8B-B4CB-526A6E948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A3384-FB58-48D9-BA13-744D2602B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27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3D7D-58A2-4260-9EC7-F95C3D9FE63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/>
          </a:solidFill>
        </p:spPr>
        <p:txBody>
          <a:bodyPr/>
          <a:lstStyle/>
          <a:p>
            <a:r>
              <a:rPr lang="en-US" b="1"/>
              <a:t>Slide 1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EA294-171B-4667-9339-7EF45040B6A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376863" y="3657600"/>
            <a:ext cx="6815137" cy="1381125"/>
          </a:xfrm>
          <a:solidFill>
            <a:schemeClr val="accent1"/>
          </a:solidFill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44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80670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9CBD-FC54-42FC-B47B-368554B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10120"/>
            <a:ext cx="9521756" cy="783122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0860-C691-4F5D-ABE2-B3D5E482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09974"/>
            <a:ext cx="9521756" cy="4139074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👤 Name: </a:t>
            </a:r>
            <a:r>
              <a:rPr lang="en-US" sz="2800" b="1" dirty="0" err="1"/>
              <a:t>Yamin</a:t>
            </a:r>
            <a:r>
              <a:rPr lang="en-US" sz="2800" b="1" dirty="0"/>
              <a:t> Alabi </a:t>
            </a:r>
            <a:r>
              <a:rPr lang="en-US" sz="2800" b="1" dirty="0" err="1"/>
              <a:t>Dhrubo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🆔 ID: 251311009</a:t>
            </a:r>
          </a:p>
          <a:p>
            <a:pPr marL="0" indent="0">
              <a:buNone/>
            </a:pPr>
            <a:r>
              <a:rPr lang="en-US" sz="2800" b="1" dirty="0"/>
              <a:t>🏫 Department: CSE, </a:t>
            </a:r>
            <a:r>
              <a:rPr lang="en-US" sz="2800" b="1" dirty="0" err="1"/>
              <a:t>Varendra</a:t>
            </a:r>
            <a:r>
              <a:rPr lang="en-US" sz="2800" b="1" dirty="0"/>
              <a:t> University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📘 Presentation Topic:  Example of conversation sentence into logical expression  and vice versa using predicate and quantifiers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162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BA7B-5696-47D6-BF6F-61DA732B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739" y="763398"/>
            <a:ext cx="9478858" cy="60820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Slide 2: 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7EE55-7021-4F2A-94E2-37121583C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738" y="1653702"/>
            <a:ext cx="9478858" cy="451220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sz="3200" b="1" dirty="0">
                <a:latin typeface="+mj-lt"/>
              </a:rPr>
              <a:t>Title</a:t>
            </a:r>
            <a:r>
              <a:rPr lang="en-US" sz="3200" dirty="0">
                <a:latin typeface="+mj-lt"/>
              </a:rPr>
              <a:t> :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Introduction to Predicates and Quantifiers</a:t>
            </a:r>
          </a:p>
          <a:p>
            <a:endParaRPr lang="en-US" sz="3200" dirty="0">
              <a:solidFill>
                <a:srgbClr val="0070C0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Subtitle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Understanding Logical Expressions with Examples  </a:t>
            </a: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Abstract math/logic background or symbolic icons (∀, ∃)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CC0-8DA1-4B20-9D25-94A02AA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298" y="622571"/>
            <a:ext cx="9617404" cy="1108951"/>
          </a:xfrm>
          <a:solidFill>
            <a:schemeClr val="accent3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Slide 3 : What is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46F6-103D-4A99-A910-2251346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298" y="1731523"/>
            <a:ext cx="9609300" cy="4503906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200" dirty="0" err="1">
                <a:solidFill>
                  <a:srgbClr val="002060"/>
                </a:solidFill>
              </a:rPr>
              <a:t>Defination</a:t>
            </a:r>
            <a:r>
              <a:rPr lang="en-US" sz="3200" dirty="0">
                <a:solidFill>
                  <a:srgbClr val="002060"/>
                </a:solidFill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sz="3200" dirty="0">
                <a:solidFill>
                  <a:srgbClr val="002060"/>
                </a:solidFill>
              </a:rPr>
              <a:t>A predicate is a statement or function that contains variables and becomes a proposition when the variables are assigned values.</a:t>
            </a:r>
          </a:p>
          <a:p>
            <a:r>
              <a:rPr lang="en-US" sz="3200" dirty="0">
                <a:solidFill>
                  <a:srgbClr val="002060"/>
                </a:solidFill>
              </a:rPr>
              <a:t>Example Expression : P(x): “x is a prime number”</a:t>
            </a:r>
          </a:p>
          <a:p>
            <a:r>
              <a:rPr lang="en-US" sz="3200" dirty="0">
                <a:solidFill>
                  <a:srgbClr val="002060"/>
                </a:solidFill>
              </a:rPr>
              <a:t>Visual: Highlight x in the example with a simple diagram or symbol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0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CC0-8DA1-4B20-9D25-94A02AA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872" y="612843"/>
            <a:ext cx="9534726" cy="933855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Slide 4 :What is a Quantifier?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46F6-103D-4A99-A910-2251346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2" y="1546699"/>
            <a:ext cx="9534725" cy="45428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2800" dirty="0"/>
              <a:t>Definition:</a:t>
            </a:r>
          </a:p>
          <a:p>
            <a:r>
              <a:rPr lang="en-US" sz="2800" dirty="0"/>
              <a:t> A quantifier specifies the quantity of specimens in the domain of discourse that satisfy an open statement.</a:t>
            </a:r>
          </a:p>
          <a:p>
            <a:r>
              <a:rPr lang="en-US" sz="2800" dirty="0"/>
              <a:t>Types:    Universal (∀): “For all x, P(x)</a:t>
            </a:r>
          </a:p>
          <a:p>
            <a:pPr marL="0" indent="0">
              <a:buNone/>
            </a:pPr>
            <a:r>
              <a:rPr lang="en-US" sz="2800" dirty="0"/>
              <a:t>                 ”Existential (∃): “There exists x such that P(x)”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Visual: Use simple  icons or diagrams to differentiate ∀ and ∃</a:t>
            </a:r>
          </a:p>
        </p:txBody>
      </p:sp>
    </p:spTree>
    <p:extLst>
      <p:ext uri="{BB962C8B-B14F-4D97-AF65-F5344CB8AC3E}">
        <p14:creationId xmlns:p14="http://schemas.microsoft.com/office/powerpoint/2010/main" val="393443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0B25-D31B-4387-84AD-D159447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409" y="680938"/>
            <a:ext cx="10069745" cy="778211"/>
          </a:xfrm>
          <a:solidFill>
            <a:schemeClr val="bg2">
              <a:lumMod val="90000"/>
            </a:schemeClr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C00000"/>
                </a:solidFill>
              </a:rPr>
              <a:t>Slide 4: Example with Universal Quantifier (∀)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A6B9-5610-4643-9EB4-6F1EE336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09" y="1575881"/>
            <a:ext cx="10069745" cy="4505711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2800" b="1">
                <a:solidFill>
                  <a:schemeClr val="accent2"/>
                </a:solidFill>
              </a:rPr>
              <a:t>Statement: “All students in the class passed the exam.”</a:t>
            </a:r>
          </a:p>
          <a:p>
            <a:endParaRPr lang="en-US"/>
          </a:p>
          <a:p>
            <a:r>
              <a:rPr lang="en-US" sz="2800" b="1">
                <a:solidFill>
                  <a:schemeClr val="accent4">
                    <a:lumMod val="75000"/>
                  </a:schemeClr>
                </a:solidFill>
              </a:rPr>
              <a:t>Logical Expression: ∀x (Student(x) → Passed(x))</a:t>
            </a:r>
          </a:p>
          <a:p>
            <a:endParaRPr lang="en-US"/>
          </a:p>
          <a:p>
            <a:endParaRPr lang="en-US"/>
          </a:p>
          <a:p>
            <a:r>
              <a:rPr lang="en-US" sz="2800" b="1">
                <a:solidFill>
                  <a:srgbClr val="0070C0"/>
                </a:solidFill>
              </a:rPr>
              <a:t>Visual: Class diagram or student icons with check marks</a:t>
            </a:r>
            <a:endParaRPr 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0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6348-68F0-4351-A367-03E23C3D81A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/>
              <a:t>Slide 5: Example with </a:t>
            </a:r>
            <a:r>
              <a:rPr lang="en-US" sz="3600" b="1" dirty="0"/>
              <a:t>Existential Quantifier (∃)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0FF0B-A955-4362-82F6-7722BF09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9191"/>
            <a:ext cx="9601196" cy="3346677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Statement: “There is a student who scored full marks.”</a:t>
            </a:r>
          </a:p>
          <a:p>
            <a:endParaRPr lang="en-US" sz="3200" dirty="0"/>
          </a:p>
          <a:p>
            <a:r>
              <a:rPr lang="en-US" sz="3200" dirty="0"/>
              <a:t>Logical Expression: </a:t>
            </a:r>
            <a:r>
              <a:rPr lang="en-US" sz="3200" b="1" dirty="0"/>
              <a:t>∃x (Student(x) </a:t>
            </a:r>
            <a:r>
              <a:rPr lang="en-US" sz="3200" dirty="0"/>
              <a:t>∧ </a:t>
            </a:r>
            <a:r>
              <a:rPr lang="en-US" sz="3200" b="1" dirty="0" err="1"/>
              <a:t>FullMarks</a:t>
            </a:r>
            <a:r>
              <a:rPr lang="en-US" sz="3200" b="1" dirty="0"/>
              <a:t>(x))</a:t>
            </a:r>
          </a:p>
          <a:p>
            <a:endParaRPr lang="en-US" sz="3200" dirty="0"/>
          </a:p>
          <a:p>
            <a:r>
              <a:rPr lang="en-US" sz="3200" dirty="0"/>
              <a:t>Visual: Highlight one student in the class diagram</a:t>
            </a:r>
          </a:p>
        </p:txBody>
      </p:sp>
    </p:spTree>
    <p:extLst>
      <p:ext uri="{BB962C8B-B14F-4D97-AF65-F5344CB8AC3E}">
        <p14:creationId xmlns:p14="http://schemas.microsoft.com/office/powerpoint/2010/main" val="215932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A635-3ACB-4DC1-A161-02991D74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4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Slide 6: </a:t>
            </a:r>
            <a:r>
              <a:rPr lang="en-US" sz="3200" b="1" dirty="0"/>
              <a:t>Converting Sentences </a:t>
            </a:r>
            <a:r>
              <a:rPr lang="en-US" sz="3200" dirty="0"/>
              <a:t>↔ </a:t>
            </a:r>
            <a:r>
              <a:rPr lang="en-US" sz="3200" b="1" dirty="0"/>
              <a:t>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EB80-4396-4486-9C55-E2F7380B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84443"/>
            <a:ext cx="9601196" cy="389142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Sentence:  </a:t>
            </a:r>
            <a:r>
              <a:rPr lang="en-US" sz="2800" b="1" dirty="0"/>
              <a:t>“Some dogs are friendly.”  </a:t>
            </a:r>
          </a:p>
          <a:p>
            <a:endParaRPr lang="en-US" sz="2800" b="1" dirty="0"/>
          </a:p>
          <a:p>
            <a:r>
              <a:rPr lang="en-US" sz="2800" b="1" dirty="0"/>
              <a:t>Logical Expression:  ∃x (Dog(x) ∧ Friendly(x))</a:t>
            </a:r>
          </a:p>
          <a:p>
            <a:endParaRPr lang="en-US" sz="2800" b="1" dirty="0"/>
          </a:p>
          <a:p>
            <a:r>
              <a:rPr lang="en-US" sz="2800" b="1" dirty="0"/>
              <a:t>Tip: Show arrow diagrams converting sentences to symbols</a:t>
            </a:r>
          </a:p>
        </p:txBody>
      </p:sp>
    </p:spTree>
    <p:extLst>
      <p:ext uri="{BB962C8B-B14F-4D97-AF65-F5344CB8AC3E}">
        <p14:creationId xmlns:p14="http://schemas.microsoft.com/office/powerpoint/2010/main" val="204775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E9C-71C2-4B9C-888D-B354FC7C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10118"/>
            <a:ext cx="9601200" cy="1760707"/>
          </a:xfrm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3200" b="1" dirty="0">
                <a:solidFill>
                  <a:schemeClr val="tx1"/>
                </a:solidFill>
                <a:latin typeface="+mj-lt"/>
              </a:rPr>
              <a:t>Abstract math/logic background or symbolic icons (∀, ∃)</a:t>
            </a:r>
            <a:br>
              <a:rPr lang="en-US" sz="3200" dirty="0">
                <a:solidFill>
                  <a:srgbClr val="0070C0"/>
                </a:solidFill>
                <a:latin typeface="+mj-lt"/>
              </a:rPr>
            </a:br>
            <a:r>
              <a:rPr lang="en-US" sz="3200" b="1" dirty="0"/>
              <a:t>Universal Quantifier (∀) </a:t>
            </a:r>
            <a:r>
              <a:rPr lang="en-US" sz="3200" dirty="0"/>
              <a:t>and </a:t>
            </a:r>
            <a:r>
              <a:rPr lang="en-US" sz="3200" b="1" dirty="0"/>
              <a:t>Existential Quantifier (∃)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883C-9306-4DE1-93E6-F702216ED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∀x P(x) → “For all x, P(x) is true”</a:t>
            </a:r>
          </a:p>
          <a:p>
            <a:r>
              <a:rPr lang="as-IN" dirty="0"/>
              <a:t>উল্টো বা নেগেশন করলে হয় “</a:t>
            </a:r>
            <a:r>
              <a:rPr lang="en-US" dirty="0"/>
              <a:t>Not all x satisfy P(x)”</a:t>
            </a:r>
          </a:p>
          <a:p>
            <a:r>
              <a:rPr lang="en-US" dirty="0"/>
              <a:t>Symbolically: ¬∀x P(x) ≡ ∃x ¬P(x)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as-IN" dirty="0"/>
              <a:t>অর্থ: “</a:t>
            </a:r>
            <a:r>
              <a:rPr lang="en-US" dirty="0"/>
              <a:t>There exists x such that P(x)   is not true”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E26F1-2F69-4360-B07B-69F5E9DC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∃x P(x) → “There exists x such that P(x) is true” </a:t>
            </a:r>
          </a:p>
          <a:p>
            <a:r>
              <a:rPr lang="en-US" b="1" dirty="0"/>
              <a:t>No x satisfy P(x)”</a:t>
            </a:r>
          </a:p>
          <a:p>
            <a:r>
              <a:rPr lang="en-US" b="1" dirty="0"/>
              <a:t>Symbolically: ¬∃x P(x) ≡ ∀x ¬P(x) Meaning: For all x, P(x) is not true”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48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165</TotalTime>
  <Words>493</Words>
  <Application>Microsoft Office PowerPoint</Application>
  <PresentationFormat>Widescreen</PresentationFormat>
  <Paragraphs>54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Garamond</vt:lpstr>
      <vt:lpstr>Organic</vt:lpstr>
      <vt:lpstr>Custom Design</vt:lpstr>
      <vt:lpstr>1_Custom Design</vt:lpstr>
      <vt:lpstr>Slide 1</vt:lpstr>
      <vt:lpstr>Introduction</vt:lpstr>
      <vt:lpstr>Slide 2: Title Slide</vt:lpstr>
      <vt:lpstr>Slide 3 : What is predicate?</vt:lpstr>
      <vt:lpstr>Slide 4 :What is a Quantifier?</vt:lpstr>
      <vt:lpstr>Slide 4: Example with Universal Quantifier (∀)</vt:lpstr>
      <vt:lpstr>Slide 5: Example with Existential Quantifier (∃)</vt:lpstr>
      <vt:lpstr>Slide 6: Converting Sentences ↔ Logical Expressions</vt:lpstr>
      <vt:lpstr>Visual : Abstract math/logic background or symbolic icons (∀, ∃) Universal Quantifier (∀) and Existential Quantifier (∃)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Ahsanul Haque Shakil</dc:creator>
  <cp:lastModifiedBy>Md. Arif Hoshen</cp:lastModifiedBy>
  <cp:revision>3</cp:revision>
  <dcterms:created xsi:type="dcterms:W3CDTF">2025-08-18T22:26:48Z</dcterms:created>
  <dcterms:modified xsi:type="dcterms:W3CDTF">2025-11-22T11:26:47Z</dcterms:modified>
</cp:coreProperties>
</file>