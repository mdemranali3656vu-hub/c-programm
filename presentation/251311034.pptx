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3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3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413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25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92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453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587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59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86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503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504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479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409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973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D05CE2F-876B-4429-9188-EC4DECB6115C}" type="datetimeFigureOut">
              <a:rPr lang="en-GB" smtClean="0"/>
              <a:t>01/09/2025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51C3A49-6336-4475-ACF6-C2871E7706A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3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9" r:id="rId1"/>
    <p:sldLayoutId id="2147484240" r:id="rId2"/>
    <p:sldLayoutId id="2147484241" r:id="rId3"/>
    <p:sldLayoutId id="2147484242" r:id="rId4"/>
    <p:sldLayoutId id="2147484243" r:id="rId5"/>
    <p:sldLayoutId id="2147484244" r:id="rId6"/>
    <p:sldLayoutId id="2147484245" r:id="rId7"/>
    <p:sldLayoutId id="2147484246" r:id="rId8"/>
    <p:sldLayoutId id="2147484247" r:id="rId9"/>
    <p:sldLayoutId id="2147484248" r:id="rId10"/>
    <p:sldLayoutId id="2147484249" r:id="rId11"/>
    <p:sldLayoutId id="214748425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93BC-992C-5DB0-4304-9D79A197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646" y="713987"/>
            <a:ext cx="10939822" cy="164149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0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predicate and quantifier                  with example</a:t>
            </a:r>
            <a:r>
              <a:rPr lang="en-US" sz="60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40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F03FE-4D25-7F26-6E05-0C63D9243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2600625"/>
            <a:ext cx="11201399" cy="3289898"/>
          </a:xfrm>
        </p:spPr>
        <p:txBody>
          <a:bodyPr/>
          <a:lstStyle/>
          <a:p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 : DISCRETE MATHEMATHCS</a:t>
            </a:r>
            <a:b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:CSE 1203</a:t>
            </a:r>
            <a:endParaRPr lang="en-GB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368BB4-20C1-BB2D-F144-89E5FD345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384265"/>
              </p:ext>
            </p:extLst>
          </p:nvPr>
        </p:nvGraphicFramePr>
        <p:xfrm>
          <a:off x="1330036" y="3818465"/>
          <a:ext cx="10187709" cy="21678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254">
                  <a:extLst>
                    <a:ext uri="{9D8B030D-6E8A-4147-A177-3AD203B41FA5}">
                      <a16:colId xmlns:a16="http://schemas.microsoft.com/office/drawing/2014/main" val="3259252872"/>
                    </a:ext>
                  </a:extLst>
                </a:gridCol>
                <a:gridCol w="3072438">
                  <a:extLst>
                    <a:ext uri="{9D8B030D-6E8A-4147-A177-3AD203B41FA5}">
                      <a16:colId xmlns:a16="http://schemas.microsoft.com/office/drawing/2014/main" val="3081173320"/>
                    </a:ext>
                  </a:extLst>
                </a:gridCol>
                <a:gridCol w="1929690">
                  <a:extLst>
                    <a:ext uri="{9D8B030D-6E8A-4147-A177-3AD203B41FA5}">
                      <a16:colId xmlns:a16="http://schemas.microsoft.com/office/drawing/2014/main" val="1393686040"/>
                    </a:ext>
                  </a:extLst>
                </a:gridCol>
                <a:gridCol w="3842327">
                  <a:extLst>
                    <a:ext uri="{9D8B030D-6E8A-4147-A177-3AD203B41FA5}">
                      <a16:colId xmlns:a16="http://schemas.microsoft.com/office/drawing/2014/main" val="3732615910"/>
                    </a:ext>
                  </a:extLst>
                </a:gridCol>
              </a:tblGrid>
              <a:tr h="471054">
                <a:tc>
                  <a:txBody>
                    <a:bodyPr/>
                    <a:lstStyle/>
                    <a:p>
                      <a:r>
                        <a:rPr lang="en-US" b="1" dirty="0"/>
                        <a:t>NAME 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AFSANA KHANOM ZERIN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COURSE TEACHER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SANJOY KUMAR CHAKRAVARTY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586851"/>
                  </a:ext>
                </a:extLst>
              </a:tr>
              <a:tr h="424188">
                <a:tc>
                  <a:txBody>
                    <a:bodyPr/>
                    <a:lstStyle/>
                    <a:p>
                      <a:r>
                        <a:rPr lang="en-US" b="1" dirty="0"/>
                        <a:t>ID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251311034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DEGINATION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ASSOCIATE PROFESOR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62792"/>
                  </a:ext>
                </a:extLst>
              </a:tr>
              <a:tr h="424188">
                <a:tc>
                  <a:txBody>
                    <a:bodyPr/>
                    <a:lstStyle/>
                    <a:p>
                      <a:r>
                        <a:rPr lang="en-US" b="1" dirty="0"/>
                        <a:t>SEMESTER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2ND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DEPARTMENT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CSE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039445"/>
                  </a:ext>
                </a:extLst>
              </a:tr>
              <a:tr h="424188">
                <a:tc>
                  <a:txBody>
                    <a:bodyPr/>
                    <a:lstStyle/>
                    <a:p>
                      <a:r>
                        <a:rPr lang="en-US" b="1" dirty="0"/>
                        <a:t>SECTION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A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en-US" b="1" dirty="0"/>
                        <a:t>UNIVERSITY OF RAJSHAHI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833493"/>
                  </a:ext>
                </a:extLst>
              </a:tr>
              <a:tr h="424188">
                <a:tc>
                  <a:txBody>
                    <a:bodyPr/>
                    <a:lstStyle/>
                    <a:p>
                      <a:r>
                        <a:rPr lang="en-US" b="1" dirty="0"/>
                        <a:t>BATCH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: 36TH</a:t>
                      </a:r>
                      <a:endParaRPr lang="en-GB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30310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D581F6-A4D7-987A-72E1-A33193874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190831"/>
              </p:ext>
            </p:extLst>
          </p:nvPr>
        </p:nvGraphicFramePr>
        <p:xfrm>
          <a:off x="1330036" y="5986271"/>
          <a:ext cx="97720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6036">
                  <a:extLst>
                    <a:ext uri="{9D8B030D-6E8A-4147-A177-3AD203B41FA5}">
                      <a16:colId xmlns:a16="http://schemas.microsoft.com/office/drawing/2014/main" val="1489139796"/>
                    </a:ext>
                  </a:extLst>
                </a:gridCol>
                <a:gridCol w="4886036">
                  <a:extLst>
                    <a:ext uri="{9D8B030D-6E8A-4147-A177-3AD203B41FA5}">
                      <a16:colId xmlns:a16="http://schemas.microsoft.com/office/drawing/2014/main" val="3838406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VARENDEA UNIVERSITY</a:t>
                      </a:r>
                      <a:endParaRPr lang="en-GB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724129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801AAC-440C-EAAD-756C-E5B92AB2D869}"/>
              </a:ext>
            </a:extLst>
          </p:cNvPr>
          <p:cNvSpPr txBox="1">
            <a:spLocks/>
          </p:cNvSpPr>
          <p:nvPr/>
        </p:nvSpPr>
        <p:spPr>
          <a:xfrm>
            <a:off x="1013409" y="2405169"/>
            <a:ext cx="10363826" cy="34241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4073893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650D-255D-C338-79AA-2AD1AB7AA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149" y="1254868"/>
            <a:ext cx="8534400" cy="1712068"/>
          </a:xfrm>
        </p:spPr>
        <p:txBody>
          <a:bodyPr>
            <a:normAutofit fontScale="90000"/>
          </a:bodyPr>
          <a:lstStyle/>
          <a:p>
            <a:r>
              <a:rPr lang="en-GB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  <a:r>
              <a:rPr lang="en-GB" sz="7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FEF13-D7AA-BBE7-8C2E-E87B5FC2A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621" y="3207247"/>
            <a:ext cx="11935838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predicate is a statement or function that contains one or more variables and becomes either true or false when specific values are substituted for those variables</a:t>
            </a:r>
            <a:r>
              <a:rPr lang="en-GB" sz="4000" dirty="0"/>
              <a:t>.</a:t>
            </a:r>
          </a:p>
          <a:p>
            <a:pPr marL="0" indent="0">
              <a:buNone/>
            </a:pPr>
            <a:endParaRPr lang="en-GB" sz="4000" dirty="0"/>
          </a:p>
          <a:p>
            <a:pPr marL="0" indent="0">
              <a:buNone/>
            </a:pPr>
            <a:r>
              <a:rPr lang="en-GB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081938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3860-7E49-6074-B96D-4185B774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89" y="1243886"/>
            <a:ext cx="10515600" cy="1045385"/>
          </a:xfrm>
        </p:spPr>
        <p:txBody>
          <a:bodyPr>
            <a:noAutofit/>
          </a:bodyPr>
          <a:lstStyle/>
          <a:p>
            <a:r>
              <a:rPr lang="en-GB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GB" sz="5400" dirty="0"/>
              <a:t>:</a:t>
            </a:r>
            <a:br>
              <a:rPr lang="en-GB" sz="5400" dirty="0"/>
            </a:b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F87AF-DA78-9F5E-9050-D5283102009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35576" y="2331453"/>
            <a:ext cx="10363826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P(x) be the predicate "x is an even number". </a:t>
            </a:r>
          </a:p>
          <a:p>
            <a:pPr marL="0" indent="0">
              <a:buNone/>
            </a:pPr>
            <a:endParaRPr lang="en-GB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1.If x = 4, P(4) is "4 is an even number," which is a true proposition.</a:t>
            </a:r>
          </a:p>
          <a:p>
            <a:pPr marL="0" indent="0">
              <a:buNone/>
            </a:pPr>
            <a:endParaRPr lang="en-GB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If x = 3, P(3) is "3 is an even number," which is a false proposition</a:t>
            </a:r>
          </a:p>
        </p:txBody>
      </p:sp>
    </p:spTree>
    <p:extLst>
      <p:ext uri="{BB962C8B-B14F-4D97-AF65-F5344CB8AC3E}">
        <p14:creationId xmlns:p14="http://schemas.microsoft.com/office/powerpoint/2010/main" val="134828294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703A-180F-8BFC-0F4B-1F728E737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513" y="4195"/>
            <a:ext cx="10058400" cy="1450757"/>
          </a:xfrm>
        </p:spPr>
        <p:txBody>
          <a:bodyPr>
            <a:normAutofit/>
          </a:bodyPr>
          <a:lstStyle/>
          <a:p>
            <a:r>
              <a:rPr lang="en-GB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FC266-4C1B-09F4-5BB9-8DF0BC2A49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143356"/>
            <a:ext cx="10363826" cy="39850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Symbols used in predicate logic to denote the quantity of objects that satisfy a predicate within a specified domain.</a:t>
            </a:r>
          </a:p>
          <a:p>
            <a:pPr marL="0" indent="0">
              <a:buNone/>
            </a:pPr>
            <a:endParaRPr lang="en-GB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 are mainly two types:</a:t>
            </a:r>
          </a:p>
          <a:p>
            <a:pPr marL="0" indent="0">
              <a:buNone/>
            </a:pPr>
            <a:endParaRPr lang="en-GB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Universal Quantifiers.</a:t>
            </a:r>
          </a:p>
          <a:p>
            <a:pPr marL="0" indent="0">
              <a:buNone/>
            </a:pPr>
            <a:r>
              <a:rPr lang="en-GB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Existential Quantifiers.</a:t>
            </a:r>
          </a:p>
        </p:txBody>
      </p:sp>
    </p:spTree>
    <p:extLst>
      <p:ext uri="{BB962C8B-B14F-4D97-AF65-F5344CB8AC3E}">
        <p14:creationId xmlns:p14="http://schemas.microsoft.com/office/powerpoint/2010/main" val="37015111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D61F-6744-486D-7FFA-BE1BC4A2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Quantifier (∀):</a:t>
            </a:r>
            <a:b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 "for all" or "for every</a:t>
            </a:r>
            <a:r>
              <a:rPr lang="en-GB" sz="4400" dirty="0"/>
              <a:t>".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8B9B5-5EDC-A844-B576-187B951F73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Symbol: ∀</a:t>
            </a:r>
          </a:p>
          <a:p>
            <a:endParaRPr lang="en-GB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∀x P(x) means "For all x, P(x) is true".</a:t>
            </a:r>
          </a:p>
          <a:p>
            <a:endParaRPr lang="en-GB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∀x (x is an even number) is false because not all numbers are even (e.g., 3 is not even).</a:t>
            </a:r>
          </a:p>
        </p:txBody>
      </p:sp>
    </p:spTree>
    <p:extLst>
      <p:ext uri="{BB962C8B-B14F-4D97-AF65-F5344CB8AC3E}">
        <p14:creationId xmlns:p14="http://schemas.microsoft.com/office/powerpoint/2010/main" val="147606684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D391-43DE-B1B5-42A8-FBF92C97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487" y="164379"/>
            <a:ext cx="10058400" cy="1590835"/>
          </a:xfrm>
        </p:spPr>
        <p:txBody>
          <a:bodyPr/>
          <a:lstStyle/>
          <a:p>
            <a:r>
              <a:rPr lang="en-GB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Existential Quantifier (∃):</a:t>
            </a:r>
            <a:br>
              <a:rPr lang="en-GB" sz="5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 "there exists" or "there is at least one".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42AAA-4DC2-4059-68F2-F1E247DE4C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Symbol: ∃</a:t>
            </a:r>
          </a:p>
          <a:p>
            <a:endParaRPr lang="en-GB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 ∃x P(x) means "There exists at least one x such that P(x) is true".</a:t>
            </a:r>
          </a:p>
          <a:p>
            <a:pPr marL="0" indent="0">
              <a:buNone/>
            </a:pPr>
            <a:endParaRPr lang="en-GB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∃x (x is an even number) is true because there are even numbers, such as 2, 4, etc.</a:t>
            </a:r>
          </a:p>
        </p:txBody>
      </p:sp>
    </p:spTree>
    <p:extLst>
      <p:ext uri="{BB962C8B-B14F-4D97-AF65-F5344CB8AC3E}">
        <p14:creationId xmlns:p14="http://schemas.microsoft.com/office/powerpoint/2010/main" val="110245638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4493-CEDF-D44A-8447-6A569D6D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</a:t>
            </a:r>
            <a:r>
              <a:rPr lang="en-US" sz="6000" dirty="0"/>
              <a:t>THE END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B51CA-A497-1F9B-21CE-B363C19FC8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37909"/>
            <a:ext cx="10363826" cy="342410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500" dirty="0"/>
              <a:t>THANK  YOU</a:t>
            </a:r>
            <a:endParaRPr lang="en-GB" sz="18500" dirty="0"/>
          </a:p>
        </p:txBody>
      </p:sp>
    </p:spTree>
    <p:extLst>
      <p:ext uri="{BB962C8B-B14F-4D97-AF65-F5344CB8AC3E}">
        <p14:creationId xmlns:p14="http://schemas.microsoft.com/office/powerpoint/2010/main" val="373885444"/>
      </p:ext>
    </p:extLst>
  </p:cSld>
  <p:clrMapOvr>
    <a:masterClrMapping/>
  </p:clrMapOvr>
  <p:transition spd="slow" advTm="5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153</TotalTime>
  <Words>343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Times New Roman</vt:lpstr>
      <vt:lpstr>Retrospect</vt:lpstr>
      <vt:lpstr>Definition of predicate and quantifier                  with example  </vt:lpstr>
      <vt:lpstr>                                Predicate  </vt:lpstr>
      <vt:lpstr>Example: </vt:lpstr>
      <vt:lpstr>                     Quantifiers</vt:lpstr>
      <vt:lpstr>Universal Quantifier (∀):  Denotes "for all" or "for every". </vt:lpstr>
      <vt:lpstr>Existential Quantifier (∃):  Denotes "there exists" or "there is at least one".</vt:lpstr>
      <vt:lpstr>                            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Mehedi Hasan Sajib</dc:creator>
  <cp:lastModifiedBy>Mehedi Hasan Sajib</cp:lastModifiedBy>
  <cp:revision>6</cp:revision>
  <dcterms:created xsi:type="dcterms:W3CDTF">2025-08-30T14:40:55Z</dcterms:created>
  <dcterms:modified xsi:type="dcterms:W3CDTF">2025-09-01T13:58:11Z</dcterms:modified>
</cp:coreProperties>
</file>