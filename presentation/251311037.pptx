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8" r:id="rId3"/>
    <p:sldId id="256" r:id="rId4"/>
    <p:sldId id="259" r:id="rId5"/>
    <p:sldId id="257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0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B3D1B-1181-43AB-A718-4E95C4618DC2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38883-E1E5-449A-8ABC-582BAAE48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5852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B3D1B-1181-43AB-A718-4E95C4618DC2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38883-E1E5-449A-8ABC-582BAAE48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7763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B3D1B-1181-43AB-A718-4E95C4618DC2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38883-E1E5-449A-8ABC-582BAAE48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5519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B3D1B-1181-43AB-A718-4E95C4618DC2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38883-E1E5-449A-8ABC-582BAAE48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9608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B3D1B-1181-43AB-A718-4E95C4618DC2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38883-E1E5-449A-8ABC-582BAAE48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3942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B3D1B-1181-43AB-A718-4E95C4618DC2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38883-E1E5-449A-8ABC-582BAAE48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2170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B3D1B-1181-43AB-A718-4E95C4618DC2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38883-E1E5-449A-8ABC-582BAAE48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5457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B3D1B-1181-43AB-A718-4E95C4618DC2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38883-E1E5-449A-8ABC-582BAAE48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537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B3D1B-1181-43AB-A718-4E95C4618DC2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38883-E1E5-449A-8ABC-582BAAE48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2252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B3D1B-1181-43AB-A718-4E95C4618DC2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38883-E1E5-449A-8ABC-582BAAE48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8756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B3D1B-1181-43AB-A718-4E95C4618DC2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38883-E1E5-449A-8ABC-582BAAE48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7770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DB3D1B-1181-43AB-A718-4E95C4618DC2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F38883-E1E5-449A-8ABC-582BAAE48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667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8200" y="116541"/>
            <a:ext cx="10515600" cy="2017058"/>
          </a:xfr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/>
          <a:p>
            <a:pPr algn="ctr"/>
            <a:r>
              <a:rPr lang="en-US" sz="4800" b="1" dirty="0" smtClean="0"/>
              <a:t>TOPIC:PROPOSITIONS AND LOGICAL STATEMENTS</a:t>
            </a:r>
            <a:endParaRPr lang="en-US" sz="4800" b="1" dirty="0"/>
          </a:p>
        </p:txBody>
      </p:sp>
      <p:sp>
        <p:nvSpPr>
          <p:cNvPr id="6" name="Subtitle 5"/>
          <p:cNvSpPr>
            <a:spLocks noGrp="1"/>
          </p:cNvSpPr>
          <p:nvPr>
            <p:ph idx="1"/>
          </p:nvPr>
        </p:nvSpPr>
        <p:spPr>
          <a:xfrm>
            <a:off x="838200" y="2133599"/>
            <a:ext cx="10515600" cy="4724401"/>
          </a:xfrm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  <a:reflection blurRad="6350" stA="50000" endA="300" endPos="55500" dist="50800" dir="5400000" sy="-100000" algn="bl" rotWithShape="0"/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anchor="ctr">
            <a:normAutofit/>
          </a:bodyPr>
          <a:lstStyle/>
          <a:p>
            <a:r>
              <a:rPr lang="en-US" dirty="0" smtClean="0"/>
              <a:t>COURSE :  DISCRETE  MATHEMATICS</a:t>
            </a:r>
          </a:p>
          <a:p>
            <a:r>
              <a:rPr lang="en-US" dirty="0" smtClean="0"/>
              <a:t>Presented By   :  Most. </a:t>
            </a:r>
            <a:r>
              <a:rPr lang="en-US" dirty="0" err="1" smtClean="0"/>
              <a:t>Surovi</a:t>
            </a:r>
            <a:r>
              <a:rPr lang="en-US" dirty="0" smtClean="0"/>
              <a:t> </a:t>
            </a:r>
            <a:r>
              <a:rPr lang="en-US" dirty="0" err="1" smtClean="0"/>
              <a:t>Nasrin</a:t>
            </a:r>
            <a:r>
              <a:rPr lang="en-US" dirty="0" smtClean="0"/>
              <a:t> </a:t>
            </a:r>
          </a:p>
          <a:p>
            <a:r>
              <a:rPr lang="en-US" dirty="0" smtClean="0"/>
              <a:t>ID : 251311037</a:t>
            </a:r>
          </a:p>
          <a:p>
            <a:r>
              <a:rPr lang="en-US" dirty="0" smtClean="0"/>
              <a:t>SECTION : A</a:t>
            </a:r>
          </a:p>
          <a:p>
            <a:r>
              <a:rPr lang="en-US" dirty="0" smtClean="0"/>
              <a:t>SEMISTER : 2ND</a:t>
            </a:r>
          </a:p>
          <a:p>
            <a:r>
              <a:rPr lang="en-US" sz="4000" b="1" dirty="0" smtClean="0"/>
              <a:t>DEPARTMENT OF CSE , VARENDRA UNIVERSITY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9184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 anchor="t"/>
          <a:lstStyle/>
          <a:p>
            <a:r>
              <a:rPr lang="en-US" sz="3600" b="1" dirty="0"/>
              <a:t>Definition : A proposition is a declarative sentence that must be either true or false , but not both </a:t>
            </a:r>
            <a:r>
              <a:rPr lang="en-US" sz="3600" b="1" dirty="0" smtClean="0"/>
              <a:t>.</a:t>
            </a:r>
          </a:p>
          <a:p>
            <a:r>
              <a:rPr lang="en-US" sz="3200" b="1" dirty="0" smtClean="0"/>
              <a:t>Key </a:t>
            </a:r>
            <a:r>
              <a:rPr lang="en-US" sz="3200" b="1" dirty="0"/>
              <a:t>points : Must be a statement (not a question not a command</a:t>
            </a:r>
            <a:r>
              <a:rPr lang="en-US" sz="3200" b="1" dirty="0" smtClean="0"/>
              <a:t>).</a:t>
            </a:r>
          </a:p>
          <a:p>
            <a:r>
              <a:rPr lang="en-US" sz="3200" b="1" dirty="0" smtClean="0"/>
              <a:t>Truth </a:t>
            </a:r>
            <a:r>
              <a:rPr lang="en-US" sz="3200" b="1" dirty="0"/>
              <a:t>value : True (T) or False (F)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/>
          </a:bodyPr>
          <a:lstStyle/>
          <a:p>
            <a:pPr algn="ctr"/>
            <a:r>
              <a:rPr lang="en-US" sz="6000" b="1" dirty="0" smtClean="0"/>
              <a:t>Proposition</a:t>
            </a:r>
            <a:endParaRPr lang="en-US" sz="6000" b="1" dirty="0"/>
          </a:p>
        </p:txBody>
      </p:sp>
    </p:spTree>
    <p:extLst>
      <p:ext uri="{BB962C8B-B14F-4D97-AF65-F5344CB8AC3E}">
        <p14:creationId xmlns:p14="http://schemas.microsoft.com/office/powerpoint/2010/main" val="21546076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/>
          <p:cNvSpPr/>
          <p:nvPr/>
        </p:nvSpPr>
        <p:spPr>
          <a:xfrm>
            <a:off x="1174377" y="609599"/>
            <a:ext cx="9305364" cy="481404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2">
                    <a:lumMod val="10000"/>
                  </a:schemeClr>
                </a:solidFill>
              </a:rPr>
              <a:t>Examples :1." Dhaka is the capital of Bangladesh."(True</a:t>
            </a:r>
            <a:r>
              <a:rPr lang="en-US" sz="2800" b="1" dirty="0" smtClean="0">
                <a:solidFill>
                  <a:schemeClr val="bg2">
                    <a:lumMod val="10000"/>
                  </a:schemeClr>
                </a:solidFill>
              </a:rPr>
              <a:t>)</a:t>
            </a:r>
          </a:p>
          <a:p>
            <a:pPr algn="ctr"/>
            <a:r>
              <a:rPr lang="en-US" sz="2800" b="1" dirty="0" smtClean="0">
                <a:solidFill>
                  <a:schemeClr val="bg2">
                    <a:lumMod val="10000"/>
                  </a:schemeClr>
                </a:solidFill>
              </a:rPr>
              <a:t>2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</a:rPr>
              <a:t>."2 + 2 = 5."( False</a:t>
            </a:r>
            <a:r>
              <a:rPr lang="en-US" sz="2800" b="1" dirty="0" smtClean="0">
                <a:solidFill>
                  <a:schemeClr val="bg2">
                    <a:lumMod val="10000"/>
                  </a:schemeClr>
                </a:solidFill>
              </a:rPr>
              <a:t>).</a:t>
            </a:r>
          </a:p>
          <a:p>
            <a:pPr algn="ctr"/>
            <a:r>
              <a:rPr lang="en-US" sz="2800" b="1" dirty="0" smtClean="0">
                <a:solidFill>
                  <a:schemeClr val="bg2">
                    <a:lumMod val="10000"/>
                  </a:schemeClr>
                </a:solidFill>
              </a:rPr>
              <a:t>3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</a:rPr>
              <a:t>."Close the door."( Not a  proposition</a:t>
            </a:r>
            <a:r>
              <a:rPr lang="en-US" sz="2800" b="1" dirty="0" smtClean="0">
                <a:solidFill>
                  <a:schemeClr val="bg2">
                    <a:lumMod val="10000"/>
                  </a:schemeClr>
                </a:solidFill>
              </a:rPr>
              <a:t>).</a:t>
            </a:r>
          </a:p>
          <a:p>
            <a:pPr algn="ctr"/>
            <a:r>
              <a:rPr lang="en-US" sz="2800" b="1" dirty="0" smtClean="0">
                <a:solidFill>
                  <a:schemeClr val="bg2">
                    <a:lumMod val="10000"/>
                  </a:schemeClr>
                </a:solidFill>
              </a:rPr>
              <a:t>4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</a:rPr>
              <a:t>."What time is it?"( Not a proposition)</a:t>
            </a:r>
          </a:p>
        </p:txBody>
      </p:sp>
    </p:spTree>
    <p:extLst>
      <p:ext uri="{BB962C8B-B14F-4D97-AF65-F5344CB8AC3E}">
        <p14:creationId xmlns:p14="http://schemas.microsoft.com/office/powerpoint/2010/main" val="25568384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>
            <a:normAutofit/>
          </a:bodyPr>
          <a:lstStyle/>
          <a:p>
            <a:pPr algn="ctr"/>
            <a:r>
              <a:rPr lang="en-US" sz="5400" b="1" dirty="0" smtClean="0"/>
              <a:t>Types of Proposition</a:t>
            </a:r>
            <a:endParaRPr lang="en-US" sz="5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5">
              <a:lumMod val="20000"/>
              <a:lumOff val="80000"/>
            </a:schemeClr>
          </a:solidFill>
        </p:spPr>
        <p:txBody>
          <a:bodyPr>
            <a:normAutofit fontScale="85000" lnSpcReduction="20000"/>
          </a:bodyPr>
          <a:lstStyle/>
          <a:p>
            <a:r>
              <a:rPr lang="en-US" sz="3500" b="1" dirty="0" smtClean="0"/>
              <a:t>Simple Proposition </a:t>
            </a:r>
            <a:r>
              <a:rPr lang="en-US" sz="3500" dirty="0" smtClean="0"/>
              <a:t>: Cannot </a:t>
            </a:r>
            <a:r>
              <a:rPr lang="en-US" sz="3500" dirty="0"/>
              <a:t>be broken down into smaller </a:t>
            </a:r>
            <a:r>
              <a:rPr lang="en-US" sz="3500" dirty="0" smtClean="0"/>
              <a:t>propositions.</a:t>
            </a:r>
          </a:p>
          <a:p>
            <a:pPr lvl="1"/>
            <a:r>
              <a:rPr lang="en-US" sz="3500" b="1" dirty="0" smtClean="0"/>
              <a:t>Example</a:t>
            </a:r>
            <a:r>
              <a:rPr lang="en-US" sz="3500" b="1" dirty="0"/>
              <a:t>: “It is raining</a:t>
            </a:r>
            <a:r>
              <a:rPr lang="en-US" sz="3500" b="1" dirty="0" smtClean="0"/>
              <a:t>.</a:t>
            </a:r>
          </a:p>
          <a:p>
            <a:pPr lvl="1"/>
            <a:endParaRPr lang="en-US" sz="3500" dirty="0" smtClean="0"/>
          </a:p>
          <a:p>
            <a:r>
              <a:rPr lang="en-US" sz="3500" dirty="0" smtClean="0"/>
              <a:t> </a:t>
            </a:r>
            <a:r>
              <a:rPr lang="en-US" sz="3500" b="1" dirty="0"/>
              <a:t>Compound </a:t>
            </a:r>
            <a:r>
              <a:rPr lang="en-US" sz="3500" b="1" dirty="0" smtClean="0"/>
              <a:t>Proposition </a:t>
            </a:r>
            <a:r>
              <a:rPr lang="en-US" sz="3500" dirty="0" smtClean="0"/>
              <a:t>: Formed </a:t>
            </a:r>
            <a:r>
              <a:rPr lang="en-US" sz="3500" dirty="0"/>
              <a:t>by combining two or more simple propositions using logical </a:t>
            </a:r>
            <a:r>
              <a:rPr lang="en-US" sz="3500" dirty="0" smtClean="0"/>
              <a:t>connectives.</a:t>
            </a:r>
          </a:p>
          <a:p>
            <a:endParaRPr lang="en-US" dirty="0" smtClean="0"/>
          </a:p>
          <a:p>
            <a:r>
              <a:rPr lang="en-US" b="1" dirty="0" smtClean="0"/>
              <a:t>Logical Connectives :</a:t>
            </a:r>
          </a:p>
          <a:p>
            <a:r>
              <a:rPr lang="en-US" b="1" dirty="0" smtClean="0"/>
              <a:t> AND </a:t>
            </a:r>
            <a:r>
              <a:rPr lang="en-US" b="1" dirty="0"/>
              <a:t>(∧) → </a:t>
            </a:r>
            <a:r>
              <a:rPr lang="en-US" b="1" dirty="0" smtClean="0"/>
              <a:t>Conjunction</a:t>
            </a:r>
          </a:p>
          <a:p>
            <a:r>
              <a:rPr lang="en-US" b="1" dirty="0" smtClean="0"/>
              <a:t>OR </a:t>
            </a:r>
            <a:r>
              <a:rPr lang="en-US" b="1" dirty="0"/>
              <a:t>(∨) → </a:t>
            </a:r>
            <a:r>
              <a:rPr lang="en-US" b="1" dirty="0" smtClean="0"/>
              <a:t>Disjunction</a:t>
            </a:r>
          </a:p>
          <a:p>
            <a:r>
              <a:rPr lang="en-US" b="1" dirty="0" smtClean="0"/>
              <a:t>NOT </a:t>
            </a:r>
            <a:r>
              <a:rPr lang="en-US" b="1" dirty="0"/>
              <a:t>(¬) → Negation</a:t>
            </a:r>
          </a:p>
        </p:txBody>
      </p:sp>
    </p:spTree>
    <p:extLst>
      <p:ext uri="{BB962C8B-B14F-4D97-AF65-F5344CB8AC3E}">
        <p14:creationId xmlns:p14="http://schemas.microsoft.com/office/powerpoint/2010/main" val="11968425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>
            <a:normAutofit/>
          </a:bodyPr>
          <a:lstStyle/>
          <a:p>
            <a:pPr algn="ctr"/>
            <a:r>
              <a:rPr lang="en-US" sz="4800" b="1" dirty="0" smtClean="0"/>
              <a:t>Conditional Statement (Implication)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b="1" dirty="0" smtClean="0"/>
              <a:t>Definition</a:t>
            </a:r>
            <a:r>
              <a:rPr lang="en-US" dirty="0" smtClean="0"/>
              <a:t> </a:t>
            </a:r>
            <a:r>
              <a:rPr lang="en-US" b="1" dirty="0" smtClean="0"/>
              <a:t>:</a:t>
            </a:r>
            <a:r>
              <a:rPr lang="en-US" dirty="0" smtClean="0"/>
              <a:t> A </a:t>
            </a:r>
            <a:r>
              <a:rPr lang="en-US" dirty="0"/>
              <a:t>conditional statement is a logical statement that shows a relationship between two </a:t>
            </a:r>
            <a:r>
              <a:rPr lang="en-US" dirty="0" smtClean="0"/>
              <a:t>propositions. It </a:t>
            </a:r>
            <a:r>
              <a:rPr lang="en-US" dirty="0"/>
              <a:t>is expressed as: “If P, then Q</a:t>
            </a:r>
            <a:r>
              <a:rPr lang="en-US" dirty="0" smtClean="0"/>
              <a:t>.”</a:t>
            </a:r>
          </a:p>
          <a:p>
            <a:r>
              <a:rPr lang="en-US" dirty="0" smtClean="0"/>
              <a:t> </a:t>
            </a:r>
            <a:r>
              <a:rPr lang="en-US" b="1" dirty="0" smtClean="0"/>
              <a:t>Read </a:t>
            </a:r>
            <a:r>
              <a:rPr lang="en-US" b="1" dirty="0"/>
              <a:t>as: </a:t>
            </a:r>
            <a:r>
              <a:rPr lang="en-US" dirty="0"/>
              <a:t>“P implies Q” or “If P then Q</a:t>
            </a:r>
            <a:r>
              <a:rPr lang="en-US" dirty="0" smtClean="0"/>
              <a:t>”</a:t>
            </a:r>
          </a:p>
          <a:p>
            <a:r>
              <a:rPr lang="en-US" b="1" dirty="0" smtClean="0"/>
              <a:t>Structure :</a:t>
            </a:r>
          </a:p>
          <a:p>
            <a:r>
              <a:rPr lang="en-US" dirty="0" smtClean="0"/>
              <a:t>P </a:t>
            </a:r>
            <a:r>
              <a:rPr lang="en-US" dirty="0"/>
              <a:t>= Hypothesis (condition</a:t>
            </a:r>
            <a:r>
              <a:rPr lang="en-US" dirty="0" smtClean="0"/>
              <a:t>)</a:t>
            </a:r>
          </a:p>
          <a:p>
            <a:r>
              <a:rPr lang="en-US" dirty="0" smtClean="0"/>
              <a:t>Q </a:t>
            </a:r>
            <a:r>
              <a:rPr lang="en-US" dirty="0"/>
              <a:t>= Conclusion (result</a:t>
            </a:r>
            <a:r>
              <a:rPr lang="en-US" dirty="0" smtClean="0"/>
              <a:t>)</a:t>
            </a:r>
          </a:p>
          <a:p>
            <a:r>
              <a:rPr lang="en-US" b="1" dirty="0" smtClean="0"/>
              <a:t>Statement </a:t>
            </a:r>
            <a:r>
              <a:rPr lang="en-US" b="1" dirty="0"/>
              <a:t>form: </a:t>
            </a:r>
            <a:r>
              <a:rPr lang="en-US" dirty="0"/>
              <a:t>If P, then </a:t>
            </a:r>
            <a:r>
              <a:rPr lang="en-US" dirty="0" smtClean="0"/>
              <a:t>Q</a:t>
            </a:r>
          </a:p>
          <a:p>
            <a:r>
              <a:rPr lang="en-US" b="1" dirty="0" smtClean="0"/>
              <a:t>Example :“</a:t>
            </a:r>
            <a:r>
              <a:rPr lang="en-US" dirty="0" smtClean="0"/>
              <a:t>If </a:t>
            </a:r>
            <a:r>
              <a:rPr lang="en-US" dirty="0"/>
              <a:t>it rains (P), then the ground will be wet (Q</a:t>
            </a:r>
            <a:r>
              <a:rPr lang="en-US" dirty="0" smtClean="0"/>
              <a:t>).”</a:t>
            </a:r>
          </a:p>
        </p:txBody>
      </p:sp>
      <p:sp>
        <p:nvSpPr>
          <p:cNvPr id="4" name="Oval 3"/>
          <p:cNvSpPr/>
          <p:nvPr/>
        </p:nvSpPr>
        <p:spPr>
          <a:xfrm>
            <a:off x="6096000" y="3205212"/>
            <a:ext cx="5053263" cy="2281187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A conditional statement is False only when P is True and  Q is False, True otherwise</a:t>
            </a:r>
            <a:endParaRPr lang="en-US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67072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pPr algn="ctr"/>
            <a:r>
              <a:rPr lang="en-US" b="1" dirty="0" smtClean="0"/>
              <a:t>Bi-conditional Statement (Equivalence)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9699" y="1886553"/>
            <a:ext cx="8661935" cy="4290410"/>
          </a:xfrm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b="1" dirty="0"/>
              <a:t>Definition: A </a:t>
            </a:r>
            <a:r>
              <a:rPr lang="en-US" b="1" dirty="0" smtClean="0"/>
              <a:t>bi-conditional </a:t>
            </a:r>
            <a:r>
              <a:rPr lang="en-US" b="1" dirty="0"/>
              <a:t>statement is a logical statement that shows two propositions are logically equivalent</a:t>
            </a:r>
            <a:r>
              <a:rPr lang="en-US" b="1" dirty="0" smtClean="0"/>
              <a:t>.</a:t>
            </a:r>
          </a:p>
          <a:p>
            <a:r>
              <a:rPr lang="en-US" b="1" dirty="0" smtClean="0"/>
              <a:t>It </a:t>
            </a:r>
            <a:r>
              <a:rPr lang="en-US" b="1" dirty="0"/>
              <a:t>is expressed as: </a:t>
            </a:r>
            <a:r>
              <a:rPr lang="en-US" dirty="0"/>
              <a:t>“P if and only if Q</a:t>
            </a:r>
            <a:r>
              <a:rPr lang="en-US" dirty="0" smtClean="0"/>
              <a:t>.”</a:t>
            </a:r>
          </a:p>
          <a:p>
            <a:r>
              <a:rPr lang="en-US" dirty="0" smtClean="0"/>
              <a:t> </a:t>
            </a:r>
            <a:r>
              <a:rPr lang="en-US" b="1" dirty="0" smtClean="0"/>
              <a:t>Read </a:t>
            </a:r>
            <a:r>
              <a:rPr lang="en-US" b="1" dirty="0"/>
              <a:t>as: </a:t>
            </a:r>
            <a:r>
              <a:rPr lang="en-US" dirty="0"/>
              <a:t>“P if and only if Q” or “P is equivalent to Q</a:t>
            </a:r>
            <a:r>
              <a:rPr lang="en-US" dirty="0" smtClean="0"/>
              <a:t>”</a:t>
            </a:r>
          </a:p>
          <a:p>
            <a:r>
              <a:rPr lang="en-US" b="1" dirty="0" smtClean="0"/>
              <a:t>Structure : </a:t>
            </a:r>
            <a:r>
              <a:rPr lang="en-US" dirty="0" smtClean="0"/>
              <a:t>P </a:t>
            </a:r>
            <a:r>
              <a:rPr lang="en-US" dirty="0"/>
              <a:t>= First </a:t>
            </a:r>
            <a:r>
              <a:rPr lang="en-US" dirty="0" smtClean="0"/>
              <a:t>proposition Q </a:t>
            </a:r>
            <a:r>
              <a:rPr lang="en-US" dirty="0"/>
              <a:t>= Second </a:t>
            </a:r>
            <a:r>
              <a:rPr lang="en-US" dirty="0" smtClean="0"/>
              <a:t>proposition</a:t>
            </a:r>
          </a:p>
          <a:p>
            <a:r>
              <a:rPr lang="en-US" b="1" dirty="0" smtClean="0"/>
              <a:t>Statement </a:t>
            </a:r>
            <a:r>
              <a:rPr lang="en-US" b="1" dirty="0"/>
              <a:t>form: </a:t>
            </a:r>
            <a:r>
              <a:rPr lang="en-US" dirty="0"/>
              <a:t>P if and only if </a:t>
            </a:r>
            <a:r>
              <a:rPr lang="en-US" dirty="0" smtClean="0"/>
              <a:t>Q</a:t>
            </a:r>
          </a:p>
          <a:p>
            <a:r>
              <a:rPr lang="en-US" b="1" dirty="0" smtClean="0"/>
              <a:t>Example : </a:t>
            </a:r>
            <a:r>
              <a:rPr lang="en-US" dirty="0" smtClean="0"/>
              <a:t>You </a:t>
            </a:r>
            <a:r>
              <a:rPr lang="en-US" dirty="0"/>
              <a:t>will pass the course (P) if and only if you score at least 40% marks (Q).”</a:t>
            </a:r>
          </a:p>
        </p:txBody>
      </p:sp>
      <p:sp>
        <p:nvSpPr>
          <p:cNvPr id="5" name="Oval 4"/>
          <p:cNvSpPr/>
          <p:nvPr/>
        </p:nvSpPr>
        <p:spPr>
          <a:xfrm>
            <a:off x="9577136" y="1886553"/>
            <a:ext cx="2268354" cy="4290409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tx1"/>
                </a:solidFill>
              </a:rPr>
              <a:t>A bi-conditional statement is true if P and Q have the same truth values, otherwise False</a:t>
            </a:r>
            <a:endParaRPr lang="en-US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6178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89784" y="1309036"/>
            <a:ext cx="9837019" cy="32148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reflection blurRad="6350" stA="50000" endA="300" endPos="9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 smtClean="0">
                <a:solidFill>
                  <a:schemeClr val="tx1"/>
                </a:solidFill>
              </a:rPr>
              <a:t>THANK YOU EVERYONE</a:t>
            </a:r>
            <a:endParaRPr lang="en-US" sz="6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04190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403</Words>
  <Application>Microsoft Office PowerPoint</Application>
  <PresentationFormat>Widescreen</PresentationFormat>
  <Paragraphs>43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TOPIC:PROPOSITIONS AND LOGICAL STATEMENTS</vt:lpstr>
      <vt:lpstr>Proposition</vt:lpstr>
      <vt:lpstr>PowerPoint Presentation</vt:lpstr>
      <vt:lpstr>Types of Proposition</vt:lpstr>
      <vt:lpstr>Conditional Statement (Implication)</vt:lpstr>
      <vt:lpstr>Bi-conditional Statement (Equivalence)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SUROVI</dc:creator>
  <cp:lastModifiedBy>SUROVI</cp:lastModifiedBy>
  <cp:revision>17</cp:revision>
  <dcterms:created xsi:type="dcterms:W3CDTF">2025-09-01T18:01:04Z</dcterms:created>
  <dcterms:modified xsi:type="dcterms:W3CDTF">2025-11-20T13:33:47Z</dcterms:modified>
</cp:coreProperties>
</file>